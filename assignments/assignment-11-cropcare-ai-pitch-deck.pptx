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46F06-2FDE-4480-B7EB-673E9C3541F1}" type="datetimeFigureOut">
              <a:t>31/08/2026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CC296-42FC-4F48-BB22-48EC581BF28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93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6E9C4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51560" cy="10515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cropcare/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63" y="1051103"/>
            <a:ext cx="778154" cy="778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402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CropCare AI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Crop Disease Detection 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every farmer catch disease early — by photo, by voice, in their own language.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farmers are losing crops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cropcare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9636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 wrong diagnosis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often spot crop disease too late, or misidentify it — and treating the wrong problem wastes money and damages the harvest.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/home/claude/cropcare/do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19636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nearby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651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experts aren't always within reach, especially in remote farming areas, so farmers are left guessing.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/home/claude/cropcare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42953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879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hard to use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and navigating complex apps is a real barrier for many farmers, especially where literacy or smartphone comfort is low.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062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/home/claude/cropcare/ther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394" y="42953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879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the environment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and soil conditions quietly raise disease risk, but farmers rarely have this data in front of them.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CropCare AI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CropCare AI — one system, five ways it helps a farmer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3749040"/>
          </a:xfrm>
          <a:prstGeom prst="roundRect">
            <a:avLst>
              <a:gd name="adj" fmla="val 5172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cropcare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849" y="21186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632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84048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or upload a photo of the affected leaf or crop.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34640" y="1691640"/>
            <a:ext cx="2121408" cy="3749040"/>
          </a:xfrm>
          <a:prstGeom prst="roundRect">
            <a:avLst>
              <a:gd name="adj" fmla="val 5172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83864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/home/claude/cropcare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849" y="211866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99232" y="30632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99232" y="384048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studies the image and identifies the likely disease.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20640" y="1691640"/>
            <a:ext cx="2121408" cy="3749040"/>
          </a:xfrm>
          <a:prstGeom prst="roundRect">
            <a:avLst>
              <a:gd name="adj" fmla="val 5172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9864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/home/claude/cropcare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849" y="211866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30632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85232" y="384048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simply ask questions out loud — no typing needed.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06640" y="1691640"/>
            <a:ext cx="2121408" cy="3749040"/>
          </a:xfrm>
          <a:prstGeom prst="roundRect">
            <a:avLst>
              <a:gd name="adj" fmla="val 5172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55864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/home/claude/cropcare/volu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849" y="211866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1232" y="30632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71232" y="384048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comes back by voice, in the farmer's own language.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692640" y="1691640"/>
            <a:ext cx="2121408" cy="3749040"/>
          </a:xfrm>
          <a:prstGeom prst="roundRect">
            <a:avLst>
              <a:gd name="adj" fmla="val 5172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41864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4" descr="/home/claude/cropcare/ther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8849" y="2118665"/>
            <a:ext cx="608990" cy="6089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57232" y="30632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sensors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57232" y="384048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tracks temperature, humidity and soil conditions.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plus environmental data together give a far more reliable early-warning picture than either one alone.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CropCare AI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simple, complementary income streams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325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5F5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0" descr="/home/claude/cropcare/ther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1866748"/>
            <a:ext cx="372161" cy="3721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691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Device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1691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/ device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691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devices / month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1691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₹90,000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56032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267004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1" descr="/home/claude/cropcare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2735428"/>
            <a:ext cx="372161" cy="3721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91840" y="2560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/ month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2560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83680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₹19,900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342900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5F5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" y="353872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2" descr="/home/claude/cropcare/do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80" y="3604108"/>
            <a:ext cx="372161" cy="37216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Consultation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291840" y="3429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/ service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84632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consultations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583680" y="3429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229600" y="16916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F5F5F0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582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58200" y="2103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₹1,19,900</a:t>
            </a:r>
            <a:endParaRPr lang="en-US" sz="3000" dirty="0"/>
          </a:p>
        </p:txBody>
      </p:sp>
      <p:sp>
        <p:nvSpPr>
          <p:cNvPr id="32" name="Shape 27"/>
          <p:cNvSpPr/>
          <p:nvPr/>
        </p:nvSpPr>
        <p:spPr>
          <a:xfrm>
            <a:off x="8229600" y="342900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F5F5F0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4582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45820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₹14,38,800</a:t>
            </a:r>
            <a:endParaRPr lang="en-US" sz="3000" dirty="0"/>
          </a:p>
        </p:txBody>
      </p:sp>
      <p:sp>
        <p:nvSpPr>
          <p:cNvPr id="35" name="Text 30"/>
          <p:cNvSpPr/>
          <p:nvPr/>
        </p:nvSpPr>
        <p:spPr>
          <a:xfrm>
            <a:off x="8229600" y="5166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projections for the initial stage of the startup.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CropCare AI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Launch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months from research to a working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3703320"/>
            <a:ext cx="1005840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4820" y="210312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820" y="210312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4820" y="245059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Problem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820" y="292608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farmer problems and crop diseases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36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1220" y="397764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1220" y="397764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1220" y="432511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1220" y="480060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crop images and disease information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500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7620" y="210312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7620" y="210312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7620" y="245059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7620" y="292608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crop disease detection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94020" y="397764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4020" y="397764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94020" y="432511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Voice Assistant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94020" y="480060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photo upload and voice features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028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0420" y="210312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0420" y="210312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0420" y="245059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0420" y="292608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sensors for environmental monitoring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792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46820" y="397764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46820" y="397764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46820" y="432511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46820" y="480060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system with users and crop images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155680" y="356616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3220" y="2103120"/>
            <a:ext cx="1539240" cy="292608"/>
          </a:xfrm>
          <a:prstGeom prst="roundRect">
            <a:avLst>
              <a:gd name="adj" fmla="val 15625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23220" y="2103120"/>
            <a:ext cx="153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23220" y="2450592"/>
            <a:ext cx="153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23220" y="2926080"/>
            <a:ext cx="1539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first version of CropCare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CropCare 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114800" cy="41148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6E9C4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cropcare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7589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Farmers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2770632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disease detection, straight from a photo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1729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help through voice — no typing required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904488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7398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sensor data for sharper, timelier decisions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4471416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30682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crop losses and stronger, more reliable productivity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54864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CropCare AI makes disease detection simple, voice-first, and data-informed — bringing modern agri-tech within reach of every farmer.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C55FE7-63E5-4AD2-B0CA-B313A58BDA0B}">
  <ds:schemaRefs>
    <ds:schemaRef ds:uri="http://schemas.microsoft.com/office/2006/metadata/properties"/>
    <ds:schemaRef ds:uri="http://schemas.microsoft.com/office/infopath/2007/PartnerControls"/>
    <ds:schemaRef ds:uri="dd5b6b3d-3d39-4526-b8e4-79d21e1438f0"/>
    <ds:schemaRef ds:uri="44678d20-5b6e-4792-b133-ca784477d689"/>
  </ds:schemaRefs>
</ds:datastoreItem>
</file>

<file path=customXml/itemProps2.xml><?xml version="1.0" encoding="utf-8"?>
<ds:datastoreItem xmlns:ds="http://schemas.openxmlformats.org/officeDocument/2006/customXml" ds:itemID="{F77CC779-F30E-43B6-8A57-3CF707BD1E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5B76F7-48B0-4B40-B9C6-DBE068D86BD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2026-08-24T09:02:37Z</dcterms:created>
  <dcterms:modified xsi:type="dcterms:W3CDTF">2026-09-01T05:57:24Z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  <property fmtid="{D5CDD505-2E9C-101B-9397-08002B2CF9AE}" pid="3" name="MediaServiceImageTags">
    <vt:lpwstr/>
  </property>
</Properties>
</file>